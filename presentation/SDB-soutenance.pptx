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30 s : Docker ne sauvegarde pas les volumes de ses conteneurs. SDB est un outil autonome — un seul binaire — qui les snapshotte chiffrés vers 7 types de destinations, et les restaure en un clic depuis une interface web. Tout est développé en Go et Vue 3, l'outil tourne lui-même dans un conteneur durci.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décor : en production conteneurisée, tout l'état est dans les volumes. Docker lui-même n'offre rien pour les sauvegarder. Les équipes bricolent des scripts cron — pas d'historique, pas de chiffrement, restauration hasardeuse.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4 piliers fonctionnels. Insister : tout est intégré dans un binaire unique — pas de dépendances à installer, l'interface web est embarquée dedans.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Choix assumés : SQLite pur Go pour un binaire statique sans CGO ; restic plutôt que réinventer un moteur de sauvegarde (chiffrement, déduplication et incrémental éprouvés) ; TypeScript strict vérifié en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clé pour le jury technique. La règle unique : les flèches de dépendance pointent vers le domaine. Concrètement : le domaine définit des interfaces (ports) ; SQLite, Docker et restic ne sont que des implémentations interchangeables. C'est ce qui permet 63 tests rapides sans démon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choix d'architecture le plus important côté sécurité : SDB délègue tout le travail sur les données à un conteneur jetable. Les secrets du dépôt (mot de passe restic, clés cloud) sont injectés en mémoire dans ce worker et disparaissent avec 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les 6 étapes. Point différenciant à marteler : l'étape 4. Le redémarrage tourne sur un contexte insensible à l'annulation — quoi qu'il arrive (échec restic, crash, annulation utilisateur), le conteneur de production repart. Un hook pré qui échoue annule la sauvegarde par défaut : mieux vaut pas de snapshot qu'un snapshot incohérent.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niveaux : les métadonnées (SQLite dans un volume dédié), les sauvegardes elles-mêmes (dépôts restic, chiffrement bout en bout — même un cloud compromis ne révèle rien), et les secrets d'exploitation en Docker secrets. Anticiper la question du jury : « et si on perd la clé maître ? » → les données restic restent restaurables avec le mot de passe du dépôt ; ce sont les configs SDB qu'il faudrait recréer.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Même mot de passe de dépôt et même flux quel que soit le backend : seuls changent l'URL et les identifiants. Pour le SFTP et Google Cloud, la clé privée / le JSON de compte de service sont copiés dans le worker par l'API Docker (tar en mémoire, permissions 0600) puis détruits avec 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sécurité était la priorité n°1 du cahier des charges. Détail qui marque : le port loopback. Beaucoup ignorent que publier un port Docker contourne le pare-feu UFW — SDB force 127.0.0.1 et documente le reverse proxy TLS pour l'accès distant. Le conteneur n'a AUCUNE capability Linux.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canaux complémentaires : le WebSocket pour l'humain devant le dashboard, Prometheus pour la supervision automatisée. Les deux sont alimentés par le même flux d'événements interne — le collecteur de métriques n'a nécessité aucun changement dans la logique métier.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réels mesurés sur le dépôt Git. Les 63 tests tournent sans Docker grâce à l'architecture en ports : le pipeline complet de sauvegarde est testé avec des fakes (conflit, annulation, rollback, hooks). La validation e2e a été faite contre un vrai démon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la démo AVANT de la faire : « nous allons volontairement détruire les données d'une application et les récupérer devant vous ». Laisser la page rouge visible quelques secondes avant de restaurer — c'est le moment où la valeur devient évidente.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phrase de synthèse, ouvrir aux questions. Réponses probables à préparer : pourquoi restic plutôt qu'un moteur maison (fiabilité éprouvée, chiffrement audité), pourquoi Go (binaire statique, concurrence), limites actuelles (un seul hôte Docker, pas de notifications).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822960"/>
            <a:ext cx="4937760" cy="4937760"/>
          </a:xfrm>
          <a:prstGeom prst="ellipse">
            <a:avLst/>
          </a:prstGeom>
          <a:solidFill>
            <a:srgbClr val="0B0B11"/>
          </a:solidFill>
          <a:ln w="19050">
            <a:solidFill>
              <a:srgbClr val="262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737360"/>
            <a:ext cx="3108960" cy="3108960"/>
          </a:xfrm>
          <a:prstGeom prst="ellipse">
            <a:avLst/>
          </a:prstGeom>
          <a:solidFill>
            <a:srgbClr val="0B0B11"/>
          </a:solidFill>
          <a:ln w="19050">
            <a:solidFill>
              <a:srgbClr val="3232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5328" y="3127248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DE PROJET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SDB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Docker Backup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et restaurer les volumes Docker,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chiffrés de bout en bout, en un clic.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Vue 3 · restic · Docker      —   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: des données critiques sans filet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5819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5453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vivent dans les volumes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71600" y="191109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données, uploads, configurations : tout l'état persistant d'une application conteneurisée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475488" cy="475488"/>
          </a:xfrm>
          <a:prstGeom prst="ellipse">
            <a:avLst/>
          </a:prstGeom>
          <a:solidFill>
            <a:srgbClr val="F87171">
              <a:alpha val="18000"/>
            </a:srgbClr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88036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8437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incident suffit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71600" y="320954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déploiement, erreur humaine, ransomware — le volume est écrasé ou perdu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97096"/>
            <a:ext cx="475488" cy="475488"/>
          </a:xfrm>
          <a:prstGeom prst="ellipse">
            <a:avLst/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417880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1422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 existantes rebutent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71600" y="450799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cron artisanaux, outils en ligne de commande, aucune vision d'ensemble ni restauration simple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26680" y="1600200"/>
            <a:ext cx="3886200" cy="3977640"/>
          </a:xfrm>
          <a:prstGeom prst="roundRect">
            <a:avLst>
              <a:gd name="adj" fmla="val 2118"/>
            </a:avLst>
          </a:prstGeom>
          <a:solidFill>
            <a:srgbClr val="450A0A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9659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87171"/>
                </a:solidFill>
              </a:rPr>
              <a:t>⚠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863840" y="2743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volume perdu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863840" y="3200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service à l'arrêt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001000" y="39776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 fournit aucun mécanisme natif de sauvegarde des volumes.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RÉPONSE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SDB : la sauvegarde des volumes, clé en main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7190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17190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chiffrés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instantanés incrémentaux et dédupliqués des volumes (restic), chiffrement AES-256 de bout en bout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737360"/>
            <a:ext cx="475488" cy="475488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7190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♻️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17190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Restauration en un clic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à n'importe quel snapshot ; le conteneur est arrêté puis relancé automatiquement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86200"/>
            <a:ext cx="475488" cy="475488"/>
          </a:xfrm>
          <a:prstGeom prst="ellipse">
            <a:avLst/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8679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8679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&amp; rétention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récurrentes (cron intégré) et purge automatique selon une politique keep-last / daily / weekly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36118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886200"/>
            <a:ext cx="475488" cy="475488"/>
          </a:xfrm>
          <a:prstGeom prst="ellipse">
            <a:avLst/>
          </a:prstGeom>
          <a:solidFill>
            <a:srgbClr val="A5B4FC">
              <a:alpha val="18000"/>
            </a:srgbClr>
          </a:solidFill>
          <a:ln w="15875">
            <a:solidFill>
              <a:srgbClr val="A5B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38679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📊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78040" y="38679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temps réel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37960" y="4480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en direct par WebSocket, historique complet, métriques Prometheus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binaire</a:t>
            </a:r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interface web embarquée   ·   </a:t>
            </a:r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destinations de stockage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stack moderne, sobre et typée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6479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4F5"/>
                </a:solidFill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1.25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— API REST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(pur Go, sans CGO)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Docker officiel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restic 0.18 (moteur de snapshots)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07408" y="146304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1783080"/>
            <a:ext cx="566928" cy="566928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76479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4F5"/>
                </a:solidFill>
              </a:rPr>
              <a:t>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58968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73168" y="274320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(Composition API)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(état global)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natif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66176" y="146304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86216" y="1783080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6479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4F5"/>
                </a:solidFill>
              </a:rPr>
              <a:t>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17736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31936" y="274320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distroless minimale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durci prêt à l'emploi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GitHub Actions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SQL versionnées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LOGICIELLE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 : le métier au centre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64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dépendances pointent vers le cœur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couches externes dépendent du domaine, jamais l'inverse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35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métier ignore la technique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5844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import de Docker, SQLite ou Gin dans le domaine et les usecases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452628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adaptateur est remplaçable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49560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testable isolément : 63 tests automatisés sur des fakes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12080" y="1417320"/>
            <a:ext cx="3108960" cy="960120"/>
          </a:xfrm>
          <a:prstGeom prst="roundRect">
            <a:avLst>
              <a:gd name="adj" fmla="val 8571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HTTP + WebSocket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(Gin, JWT, hub)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03920" y="1417320"/>
            <a:ext cx="3108960" cy="960120"/>
          </a:xfrm>
          <a:prstGeom prst="roundRect">
            <a:avLst>
              <a:gd name="adj" fmla="val 8571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(SQLite · Docker · restic · crypto)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2450592"/>
            <a:ext cx="822960" cy="585216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9235440" y="2450592"/>
            <a:ext cx="822960" cy="585216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3108960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232338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108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Usecases — orchestration métier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restore · scheduler · auth · maintenance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0" y="4096512"/>
            <a:ext cx="0" cy="521208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4681728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064E3B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6817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entités + interfaces (ports)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5897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cmd/sdb/main.go assemble les couches au démarrage (injection de dépendances)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CŒUR DU SYSTÈME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worker éphémère : SDB ne touche jamais aux données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00016" y="1234440"/>
            <a:ext cx="2788920" cy="777240"/>
          </a:xfrm>
          <a:prstGeom prst="roundRect">
            <a:avLst>
              <a:gd name="adj" fmla="val 10588"/>
            </a:avLst>
          </a:prstGeom>
          <a:solidFill>
            <a:srgbClr val="232338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0016" y="1234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SDB  (orchestrateur)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H="1">
            <a:off x="3108960" y="2048256"/>
            <a:ext cx="2377440" cy="292608"/>
          </a:xfrm>
          <a:prstGeom prst="line">
            <a:avLst/>
          </a:prstGeom>
          <a:noFill/>
          <a:ln w="28575">
            <a:solidFill>
              <a:srgbClr val="52525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75120" y="2048256"/>
            <a:ext cx="822960" cy="292608"/>
          </a:xfrm>
          <a:prstGeom prst="line">
            <a:avLst/>
          </a:prstGeom>
          <a:noFill/>
          <a:ln w="28575">
            <a:solidFill>
              <a:srgbClr val="52525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377440"/>
            <a:ext cx="3291840" cy="1234440"/>
          </a:xfrm>
          <a:prstGeom prst="roundRect">
            <a:avLst>
              <a:gd name="adj" fmla="val 666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 Conteneur cible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volume de données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3017520" cy="1234440"/>
          </a:xfrm>
          <a:prstGeom prst="roundRect">
            <a:avLst>
              <a:gd name="adj" fmla="val 6667"/>
            </a:avLst>
          </a:prstGeom>
          <a:solidFill>
            <a:srgbClr val="064E3B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774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Worker restic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éphémère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75320" y="2377440"/>
            <a:ext cx="3291840" cy="1234440"/>
          </a:xfrm>
          <a:prstGeom prst="roundRect">
            <a:avLst>
              <a:gd name="adj" fmla="val 666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774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Dépôt chiffré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ou cloud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950208" y="2994660"/>
            <a:ext cx="603504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07808" y="2994660"/>
            <a:ext cx="649224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78892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monté en LECTURE SEULE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3721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chiffré AES-256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6177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SDB orchestre via l'API Docker : il ne lit jamais le contenu des volumes lui-même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worker est créé pour une opération puis systématiquement détruit — aucun résidu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local : le worker tourne sans aucun accès réseau (network none)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cycle d'une sauvegarde, étape par étape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répond 202 immédiatement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 pipeline tourne en arrière-plan, la progression arrive en WebSocket.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6366F1">
              <a:alpha val="22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130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exécutée dans le conteneur (ex. pg_dumpall)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07408" y="18288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2103120"/>
            <a:ext cx="502920" cy="502920"/>
          </a:xfrm>
          <a:prstGeom prst="ellipse">
            <a:avLst/>
          </a:prstGeom>
          <a:solidFill>
            <a:srgbClr val="6366F1">
              <a:alpha val="22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67528" y="2130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Arrêt optionnel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27448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« à froid » pour une cohérence parfaite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66176" y="18288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0496" y="2103120"/>
            <a:ext cx="502920" cy="502920"/>
          </a:xfrm>
          <a:prstGeom prst="ellipse">
            <a:avLst/>
          </a:prstGeom>
          <a:solidFill>
            <a:srgbClr val="6366F1">
              <a:alpha val="22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049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26296" y="2130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86216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restic, volumes montés en lecture seule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064E3B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760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Redémarrage GARANTI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conteneur repart même en cas d'échec ou d'annulation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07408" y="39776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1728" y="4251960"/>
            <a:ext cx="502920" cy="502920"/>
          </a:xfrm>
          <a:prstGeom prst="ellipse">
            <a:avLst/>
          </a:prstGeom>
          <a:solidFill>
            <a:srgbClr val="6366F1">
              <a:alpha val="22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67528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Post-hook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27448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(suppression du dump temporaire…)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66176" y="397764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4251960"/>
            <a:ext cx="502920" cy="502920"/>
          </a:xfrm>
          <a:prstGeom prst="ellipse">
            <a:avLst/>
          </a:prstGeom>
          <a:solidFill>
            <a:srgbClr val="6366F1">
              <a:alpha val="22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0496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26296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Rétention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86216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restic forget --prune selon la politique définie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sont stockées les données 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92808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🗄️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1673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Métadonnées  →  SQLite (volume Docker /data)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utilisateurs, historiques de sauvegarde et de restauration, planifications — les secrets y sont chiffrés AES-256-GCM sous la clé maître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374136"/>
            <a:ext cx="475488" cy="475488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35584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📦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3154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Sauvegardes  →  dépôts restic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00200" y="35844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chiffrées de bout en bout, dédupliquées, incrémentales — sur disque local, S3, Backblaze B2, Azure, Google Cloud, SFTP ou serveur REST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71416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855464"/>
            <a:ext cx="475488" cy="475488"/>
          </a:xfrm>
          <a:prstGeom prst="ellipse">
            <a:avLst/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83717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6360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d'exploitation  →  fichiers (Docker secrets)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00200" y="506577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maître et secret JWT montés en fichiers dans le conteneur — jamais en clair dans le code, la base ou les variables d'environnement du dépôt Git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 clé maître est vitale : </a:t>
            </a:r>
            <a:pPr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elle, les configurations de stockage sont indéchiffrables — elle est sauvegardée séparément des données.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INTEROPÉRABILITÉ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destinations de stockage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013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Disque local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7706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coupé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160020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8013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🪣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84448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compatible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84448" y="27706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MinIO, Scaleway…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37376" y="160020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8013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🔵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28816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Backblaze B2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28816" y="27706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économique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81744" y="160020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1744" y="18013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73184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473184" y="27706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Cloud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67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4736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service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93008" y="356616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767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584448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SFTP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584448" y="4736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 serveur via SSH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37376" y="356616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3767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528816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REST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528816" y="4736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restic rest-server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81744" y="3566160"/>
            <a:ext cx="2231136" cy="1737360"/>
          </a:xfrm>
          <a:prstGeom prst="roundRect">
            <a:avLst>
              <a:gd name="adj" fmla="val 4737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81744" y="37033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473184" y="43434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: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backend =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lignes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SSH et comptes de service </a:t>
            </a:r>
            <a:pPr algn="ct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injectés dans le worker en fichiers 0600</a:t>
            </a:r>
            <a:pPr algn="ctr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jamais écrits sur le disque de l'hôte.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Défense en profondeur, à chaque couche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2880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105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1328" y="1847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Argon2id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des mots de passe utilisateurs (recommandations OWASP)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7408" y="15544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182880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105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40096" y="1847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7448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cloud et mots de passe restic chiffrés au repos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66176" y="15544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58784" y="182880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18105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🎫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98864" y="1847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HS256 épinglé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86216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anti-confusion d'algorithme + rate-limit sur le login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11480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0965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📦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81328" y="4133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 durci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rootfs read-only · cap_drop ALL · no-new-privileges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07408" y="38404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411480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40965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🏠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40096" y="4133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Loopback only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27448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publié sur 127.0.0.1 : le contournement d'UFW par Docker est neutralisé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66176" y="38404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8784" y="411480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76488" y="40965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🤝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98864" y="4133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obligatoire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86216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tcp:// au démon Docker refusée sans certificats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 et supervision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64792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4F5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847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WebSocket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31720" y="3035808"/>
            <a:ext cx="502920" cy="0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52928" y="2697480"/>
            <a:ext cx="1234440" cy="685800"/>
          </a:xfrm>
          <a:prstGeom prst="roundRect">
            <a:avLst>
              <a:gd name="adj" fmla="val 12000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26974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33088" y="3035808"/>
            <a:ext cx="484632" cy="0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36008" y="2697480"/>
            <a:ext cx="1051560" cy="685800"/>
          </a:xfrm>
          <a:prstGeom prst="roundRect">
            <a:avLst>
              <a:gd name="adj" fmla="val 12000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26974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des sauvegardes et restaurations en direct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non bloquante : un navigateur lent est déconnecté, jamais attendu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reconnexion automatique côté client (backoff exponentiel)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463040"/>
            <a:ext cx="5349240" cy="4663440"/>
          </a:xfrm>
          <a:prstGeom prst="roundRect">
            <a:avLst>
              <a:gd name="adj" fmla="val 1765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1764792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4F5"/>
                </a:solidFill>
              </a:rPr>
              <a:t>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1847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Prometheus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0" y="2697480"/>
            <a:ext cx="4663440" cy="169164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8346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sdb_backups_total{status}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sdb_restores_total{status}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sdb_running_jobs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sdb_last_backup_success_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timestamp_seconds{container}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617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type 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aucun snapshot réussi depuis 24 h pour ce conteneur » — l'endpoint /metrics est protégé par un jeton dédié et désactivé par défaut.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INGÉNIERIE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et industrialisation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10 800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3008" y="14630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691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84448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37376" y="14630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691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28816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 REST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81744" y="14630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1691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473184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794760"/>
            <a:ext cx="475488" cy="475488"/>
          </a:xfrm>
          <a:prstGeom prst="ellipse">
            <a:avLst/>
          </a:prstGeom>
          <a:solidFill>
            <a:srgbClr val="6366F1">
              <a:alpha val="18000"/>
            </a:srgbClr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7764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🔁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36192" y="3840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continue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vet + tests avec détecteur de concurrence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vue-tsc (type-check strict) + build Vite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 l'image Docker complète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52044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16161F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3794760"/>
            <a:ext cx="475488" cy="475488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37764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4F5"/>
                </a:solidFill>
              </a:rPr>
              <a:t>✅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251192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 en conditions réelles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44348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cron déclenchée à la seconde près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vérifiée : 15 sauvegardes → 3 snapshots conservés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complet sauvegarde → perte → restauration à l'identique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preuve en direct : perdre puis retrouver ses données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029968" cy="2651760"/>
          </a:xfrm>
          <a:prstGeom prst="roundRect">
            <a:avLst>
              <a:gd name="adj" fmla="val 4054"/>
            </a:avLst>
          </a:prstGeom>
          <a:solidFill>
            <a:srgbClr val="064E3B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860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00000"/>
                </a:solidFill>
              </a:rPr>
              <a:t>🟢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v1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 nginx sert sa page depuis un volume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6624" y="3337560"/>
            <a:ext cx="210312" cy="0"/>
          </a:xfrm>
          <a:prstGeom prst="line">
            <a:avLst/>
          </a:prstGeom>
          <a:noFill/>
          <a:ln w="28575">
            <a:solidFill>
              <a:srgbClr val="52525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35224" y="2011680"/>
            <a:ext cx="2029968" cy="2651760"/>
          </a:xfrm>
          <a:prstGeom prst="roundRect">
            <a:avLst>
              <a:gd name="adj" fmla="val 4054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22860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00000"/>
                </a:solidFill>
              </a:rPr>
              <a:t>📸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008376" y="29718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54096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du volume depuis le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3337560"/>
            <a:ext cx="210312" cy="0"/>
          </a:xfrm>
          <a:prstGeom prst="line">
            <a:avLst/>
          </a:prstGeom>
          <a:noFill/>
          <a:ln w="28575">
            <a:solidFill>
              <a:srgbClr val="52525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2011680"/>
            <a:ext cx="2029968" cy="2651760"/>
          </a:xfrm>
          <a:prstGeom prst="roundRect">
            <a:avLst>
              <a:gd name="adj" fmla="val 4054"/>
            </a:avLst>
          </a:prstGeom>
          <a:solidFill>
            <a:srgbClr val="450A0A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2860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00000"/>
                </a:solidFill>
              </a:rPr>
              <a:t>💥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5285232" y="29718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30952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déploiement écrase les données : page rouge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0336" y="3337560"/>
            <a:ext cx="210312" cy="0"/>
          </a:xfrm>
          <a:prstGeom prst="line">
            <a:avLst/>
          </a:prstGeom>
          <a:noFill/>
          <a:ln w="28575">
            <a:solidFill>
              <a:srgbClr val="52525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88936" y="2011680"/>
            <a:ext cx="2029968" cy="2651760"/>
          </a:xfrm>
          <a:prstGeom prst="roundRect">
            <a:avLst>
              <a:gd name="adj" fmla="val 4054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88936" y="22860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00000"/>
                </a:solidFill>
              </a:rPr>
              <a:t>♻️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7562088" y="29718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07808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— nginx arrêté, volume réécrit, relancé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37192" y="3337560"/>
            <a:ext cx="210312" cy="0"/>
          </a:xfrm>
          <a:prstGeom prst="line">
            <a:avLst/>
          </a:prstGeom>
          <a:noFill/>
          <a:ln w="28575">
            <a:solidFill>
              <a:srgbClr val="52525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65792" y="2011680"/>
            <a:ext cx="2029968" cy="2651760"/>
          </a:xfrm>
          <a:prstGeom prst="roundRect">
            <a:avLst>
              <a:gd name="adj" fmla="val 4054"/>
            </a:avLst>
          </a:prstGeom>
          <a:solidFill>
            <a:srgbClr val="064E3B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65792" y="22860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00000"/>
                </a:solidFill>
              </a:rPr>
              <a:t>🟢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9838944" y="29718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v1 !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84664" y="34290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d'origine sont revenues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témoin : </a:t>
            </a:r>
            <a:pPr algn="ctr" indent="0" marL="0">
              <a:buNone/>
            </a:pPr>
            <a:r>
              <a:rPr lang="en-US" sz="14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http://127.0.0.1:8081</a:t>
            </a:r>
            <a:pPr algn="ctr" indent="0" marL="0">
              <a:buNone/>
            </a:pPr>
            <a:r>
              <a:rPr lang="en-US" sz="14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Dashboard SDB : </a:t>
            </a:r>
            <a:pPr algn="ctr" indent="0" marL="0">
              <a:buNone/>
            </a:pPr>
            <a:r>
              <a:rPr lang="en-US" sz="14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http://127.0.0.1:8080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complète en une dizaine de secondes, historisée et visible en temps réel.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3108960"/>
            <a:ext cx="5852160" cy="5852160"/>
          </a:xfrm>
          <a:prstGeom prst="ellipse">
            <a:avLst/>
          </a:prstGeom>
          <a:solidFill>
            <a:srgbClr val="0B0B11"/>
          </a:solidFill>
          <a:ln w="19050">
            <a:solidFill>
              <a:srgbClr val="262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APRÈS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d'échec (e-mail, webhook)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plusieurs hôtes Docker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natif sur l'interface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open source du projet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75120" y="3154680"/>
            <a:ext cx="4937760" cy="2651760"/>
          </a:xfrm>
          <a:prstGeom prst="roundRect">
            <a:avLst>
              <a:gd name="adj" fmla="val 3103"/>
            </a:avLst>
          </a:prstGeom>
          <a:solidFill>
            <a:srgbClr val="1B1B2C"/>
          </a:solidFill>
          <a:ln w="12700">
            <a:solidFill>
              <a:srgbClr val="2B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SDB en une phrase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95160" y="393192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binaire unique qui sauvegarde les volumes Docker, chiffrés de bout en bout, vers 7 destinations — et les restaure en un clic.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2026-07-15T20:30:26Z</dcterms:created>
  <dcterms:modified xsi:type="dcterms:W3CDTF">2026-07-15T20:30:26Z</dcterms:modified>
</cp:coreProperties>
</file>